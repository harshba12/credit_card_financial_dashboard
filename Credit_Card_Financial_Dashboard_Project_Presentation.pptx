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Financial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+ MySQL Project</a:t>
            </a:r>
          </a:p>
          <a:p>
            <a:r>
              <a:t>Harsh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an interactive Credit Card Financial Dashboard using Power BI.</a:t>
            </a:r>
          </a:p>
          <a:p>
            <a:pPr lvl="1"/>
            <a:r>
              <a:t>Integrated MySQL database for structured data storage.</a:t>
            </a:r>
          </a:p>
          <a:p>
            <a:pPr lvl="1"/>
            <a:r>
              <a:t>Analyzed transaction and customer data.</a:t>
            </a:r>
          </a:p>
          <a:p>
            <a:pPr lvl="1"/>
            <a:r>
              <a:t>Provided weekly performance tracking and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– Data visualization and dashboard development</a:t>
            </a:r>
          </a:p>
          <a:p>
            <a:pPr lvl="1"/>
            <a:r>
              <a:t>MySQL – Database management</a:t>
            </a:r>
          </a:p>
          <a:p>
            <a:pPr lvl="1"/>
            <a:r>
              <a:t>SQL – Data querying</a:t>
            </a:r>
          </a:p>
          <a:p>
            <a:pPr lvl="1"/>
            <a:r>
              <a:t>DAX – Calculated columns and measures</a:t>
            </a:r>
          </a:p>
          <a:p>
            <a:pPr lvl="1"/>
            <a:r>
              <a:t>CSV Files – Raw data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= Annual Fees + Total Transaction Amount + Interest Earned</a:t>
            </a:r>
          </a:p>
          <a:p>
            <a:pPr lvl="1"/>
            <a:r>
              <a:t>Current Week Revenue calculation using CALCULATE &amp; FILTER</a:t>
            </a:r>
          </a:p>
          <a:p>
            <a:pPr lvl="1"/>
            <a:r>
              <a:t>Previous Week Revenue for WoW comparison</a:t>
            </a:r>
          </a:p>
          <a:p>
            <a:pPr lvl="1"/>
            <a:r>
              <a:t>Age Group &amp; Income Group classification using SWITCH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55M</a:t>
            </a:r>
          </a:p>
          <a:p>
            <a:pPr lvl="1"/>
            <a:r>
              <a:t>Total Transaction Amount: 45M</a:t>
            </a:r>
          </a:p>
          <a:p>
            <a:pPr lvl="1"/>
            <a:r>
              <a:t>Total Interest: 8M</a:t>
            </a:r>
          </a:p>
          <a:p>
            <a:pPr lvl="1"/>
            <a:r>
              <a:t>Transaction Volume: 656K</a:t>
            </a:r>
          </a:p>
          <a:p>
            <a:pPr lvl="1"/>
            <a:r>
              <a:t>Revenue segmented by Card Category and Transaction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Income: 576M</a:t>
            </a:r>
          </a:p>
          <a:p>
            <a:pPr lvl="1"/>
            <a:r>
              <a:t>Customer Satisfaction Score: 3.19</a:t>
            </a:r>
          </a:p>
          <a:p>
            <a:pPr lvl="1"/>
            <a:r>
              <a:t>Revenue analysis by Gender, Age Group, Education, Occupation</a:t>
            </a:r>
          </a:p>
          <a:p>
            <a:pPr lvl="1"/>
            <a:r>
              <a:t>Top contributing states: TX, NY, 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Tracked Week_num and Week_start_date</a:t>
            </a:r>
          </a:p>
          <a:p>
            <a:pPr lvl="1"/>
            <a:r>
              <a:t>Calculated Week-over-Week (WoW) Revenue Growth</a:t>
            </a:r>
          </a:p>
          <a:p>
            <a:pPr lvl="1"/>
            <a:r>
              <a:t>Identified revenue fluctuations and performance trends</a:t>
            </a:r>
          </a:p>
          <a:p>
            <a:pPr lvl="1"/>
            <a:r>
              <a:t>Monitored Activation Rate and Delinquent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Blue and Silver cards contribute highest revenue</a:t>
            </a:r>
          </a:p>
          <a:p>
            <a:pPr lvl="1"/>
            <a:r>
              <a:rPr dirty="0"/>
              <a:t>Male customers contribute slightly higher revenue</a:t>
            </a:r>
          </a:p>
          <a:p>
            <a:pPr lvl="1"/>
            <a:r>
              <a:rPr dirty="0"/>
              <a:t>Graduate and High School segments are major contributors</a:t>
            </a:r>
          </a:p>
          <a:p>
            <a:pPr lvl="1"/>
            <a:r>
              <a:rPr dirty="0"/>
              <a:t>Online transactions have growth potential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234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Credit Card Financial Dashboard</vt:lpstr>
      <vt:lpstr>Project Overview</vt:lpstr>
      <vt:lpstr>Tools &amp; Technologies Used</vt:lpstr>
      <vt:lpstr>Key DAX Measures</vt:lpstr>
      <vt:lpstr>Transaction Dashboard Insights</vt:lpstr>
      <vt:lpstr>Customer Dashboard Insights</vt:lpstr>
      <vt:lpstr>Weekly Performance Analysis</vt:lpstr>
      <vt:lpstr>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ram241088@gmail.com</cp:lastModifiedBy>
  <cp:revision>2</cp:revision>
  <dcterms:created xsi:type="dcterms:W3CDTF">2013-01-27T09:14:16Z</dcterms:created>
  <dcterms:modified xsi:type="dcterms:W3CDTF">2026-02-28T08:45:32Z</dcterms:modified>
  <cp:category/>
</cp:coreProperties>
</file>